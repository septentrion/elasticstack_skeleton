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données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Great Expectations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474720" y="2926080"/>
            <a:ext cx="21945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théorique — Jour 2 Après-midi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 · Validation · Pipelines de qualité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session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51960" cy="713232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9768" y="10241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0392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des données : un problème systémique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4251960" cy="713232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9385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50392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dimensions de la qualité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743200"/>
            <a:ext cx="4251960" cy="713232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9768" y="28529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de validation : du SQL aux frameworks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657600"/>
            <a:ext cx="4251960" cy="713232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" y="37673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50392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— les 4 concepts fondamentaux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251960" cy="713232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18888" y="10241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39512" y="1051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de validation avancées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828800"/>
            <a:ext cx="4251960" cy="713232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19385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39512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dans le pipeline DataOps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2743200"/>
            <a:ext cx="4251960" cy="713232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28529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39512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pièges et bonnes pratiques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3657600"/>
            <a:ext cx="4251960" cy="713232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3767328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239512" y="3794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pratiques — SciPulse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la mauvaise qualité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200400" cy="164592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9875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3 100 Mds $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annuel pour l'économie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américaine (IBM, 2016)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914400"/>
            <a:ext cx="2578608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13048" y="987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aberrant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13048" y="1298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dupliquées non détectées dans la source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914400"/>
            <a:ext cx="2578608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56248" y="9875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Dégradation ML silencieuse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56248" y="12984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des données d'entraînement modifiée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2240280"/>
            <a:ext cx="2578608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13048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resoumis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13048" y="26243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de date incorrect sur 2 % des enregistrements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46520" y="2240280"/>
            <a:ext cx="2578608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56248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corrompue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56248" y="26243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d'intégrité non testées sur les données réelles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4348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 commune : détection en aval, longtemps après l'introduction du problème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Detection : le facteur coût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737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1737360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correction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005840"/>
            <a:ext cx="22860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48840" y="1005840"/>
            <a:ext cx="2286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188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40280" y="2240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005840"/>
            <a:ext cx="18288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26280" y="1005840"/>
            <a:ext cx="18288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1772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1005840"/>
            <a:ext cx="2194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005840"/>
            <a:ext cx="219456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mensuel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1691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337560"/>
            <a:ext cx="85039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20040" y="3401568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Plus tôt la détection, moins cher la correction →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3822192"/>
            <a:ext cx="8503920" cy="50292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DataOps : le shift-left testing — valider le plus tôt possible dans le pipeline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des données ≠ Tester du code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2412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987552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changent constamment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code ne change qu'au commit. Les données évoluent à chaque ingestion — nouvelles distributions, nouvelles valeurs. Un test peut échouer demain sans que le pipeline soit cassé.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850392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32257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34440" y="228600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spécification formelle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65176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implémente une user story ou un contrat d'API. Les données arrivent telles que la source les produit — schéma non documenté, valeurs nulles non prévues, conventions implicites.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11296"/>
            <a:ext cx="850392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62102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34440" y="358444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problèmes sont souvent statistiques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950208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bug logiciel est binaire (ça plante ou pas). Un problème de données peut être subtil : 0.3 % de valeurs nulles dans un champ qui n'en avait jamais eu. Est-ce un bug ou une évolution normale 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dimensions de la qualité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430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14904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783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données sont-elles là 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960120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1430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74136" y="14904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74136" y="1783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respectent-elles les contraintes 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960120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960120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14300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18504" y="149047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18504" y="178308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enregistrement est-il unique 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898648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98648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815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" y="34290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" y="37216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sont-elles cohérentes entre sources 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2898648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2898648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30815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Fraîcheur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74136" y="34290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74136" y="37216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sont-elles suffisamment récentes ?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08776" y="2898648"/>
            <a:ext cx="2788920" cy="1755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08776" y="2898648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30815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18504" y="3429000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18504" y="37216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reflètent-elles la réalité 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 &amp; Validité — en détail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196596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Complétude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53312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enregistrement 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obligatoires remplis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jeu de données 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enregistrements attendus présents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SciPulse 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dump ArXiv habituellement à 100 000 articles qui passe à 50 000 — signal d'alerte.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868680"/>
            <a:ext cx="4206240" cy="196596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353312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date est bien une date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 ArXiv suit le pattern YYMM.NNNNN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 dans l'ensemble des catégories connues
</a:t>
            </a:r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entre 1991 (création ArXiv) et aujourd'hui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999232"/>
            <a:ext cx="4114800" cy="178308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44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45643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doublons — problème classique avec les pipelines qui relisent des fichiers (replay).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SciPulse, l'arxiv_id doit être unique dans l'index.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999232"/>
            <a:ext cx="4206240" cy="178308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0449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45643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interne : primary_category ∈ categories[]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inter-sources : si HN pointe vers un article ArXiv, cet article existe dans l'index.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Fraîcheur, Exactitude &amp; Récapitulatif SciPulse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39776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Fraîcheur (Timeliness)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sont-elles assez récentes pour l'usage prévu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mesure par le delta entre le timestamp le plus récent et l'heure actuelle.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SciPulse : poller HN inactif depuis 24 h → données périmées.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51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Exactitude (Accuracy)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3716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reflètent-elles la réalité 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plus difficile à vérifier automatiquement — nécessite une vérité terrain.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SciPulse : comparer un échantillon d'articles avec leur page ArXiv.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33472"/>
          <a:ext cx="8503920" cy="2267712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931920"/>
              </a:tblGrid>
              <a:tr h="377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Exemple ArXiv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Expectation GX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Complétude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abstract jamais null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expect_column_values_to_not_be_null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Validité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Date entre 1991 et aujourd'hui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expect_column_values_to_be_between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Unicité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arxiv_id unique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expect_column_values_to_be_unique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Cohérence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primary_category ∈ categories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Script Python custom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7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Fraîcheur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Date max &lt; 1 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</a:rPr>
                        <a:t>expect_column_max_to_be_between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niveaux d'approche de la validation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118872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02920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0332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ad hoc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43560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Simple, aucune dépendance   </a:t>
            </a:r>
            <a:pPr indent="0" marL="0">
              <a:buNone/>
            </a:pPr>
            <a:r>
              <a:rPr lang="en-US" sz="11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 réutilisable, pas d'historique, pas de rapport   </a:t>
            </a:r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Équivalent des print("debug") dans le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8503920" cy="118872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286000"/>
            <a:ext cx="502920" cy="11887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3591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schéma (dbt, JSON Schema)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76148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Versionnés, déclaratifs, intégrés à dbt   </a:t>
            </a:r>
            <a:pPr indent="0" marL="0">
              <a:buNone/>
            </a:pPr>
            <a:r>
              <a:rPr lang="en-US" sz="11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Limité aux contraintes simples (null, unique, valeurs)   </a:t>
            </a:r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Bonne étape, mais pas suffisant seul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8503920" cy="118872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11880"/>
            <a:ext cx="502920" cy="11887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dédiés (Great Expectations, Soda, Deequ)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87368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300+ validations, profiling, rapports visuels, historique, intégration Airflow   </a:t>
            </a:r>
            <a:pPr indent="0" marL="0">
              <a:buNone/>
            </a:pPr>
            <a:r>
              <a:rPr lang="en-US" sz="11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Courbe d'apprentissage initiale   </a:t>
            </a:r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L'ingénierie de la qualité au niveau industriel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— Philosophie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doivent avoir des tests automatisés, tout comme le code.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7315200" cy="324612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Monde du code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Monde des données (GX)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A623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Test unitaire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Expectation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Suite de tests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Expectation Suite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pytest run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Checkpoint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Rapport de couverture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Data Docs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</a:rPr>
                        <a:t>assert x ==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</a:rPr>
                        <a:t>expect_column_values_to_not_be_null("arxiv_id")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Great Expectations » — clin d'œil à Dickens : on déclare ses attentes, puis on vérifie si la réalité s'y conforme.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concepts fondamentaux de Great Expectations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178308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94360" cy="1783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047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51560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14904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assertion sur les données. L'unité de base. GX en propose plus de 300 prédéfinies — sur les valeurs, les statistiques, la table entière.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178308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594360" cy="1783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9047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94960" y="10515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Suite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4960" y="14904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ensemble d'expectations regroupées logiquement. L'équivalent d'un fichier de tests. Versionné dans Git comme le reste du code.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60520" cy="178308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594360" cy="17830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4564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05156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345643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 l'exécution d'une suite sur des données réelles. Le pytest run de la data. Peut déclencher des actions en cas d'échec.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160520" cy="178308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926080"/>
            <a:ext cx="594360" cy="178308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45643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9496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Docs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94960" y="345643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HTML auto-générés : expectations définies, résultats des dernières exécutions, historique. Pilier de la collaboration DataOps.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1 — Les Expectations en pratique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788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valeurs d'une colonne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expect_column_values_to_not_be_null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expect_column_values_to_be_unique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expect_column_values_to_be_between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expect_column_values_to_match_regex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expect_column_values_to_be_in_set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868680"/>
            <a:ext cx="2788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868680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statistiques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41732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expect_column_mean_to_be_between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expect_column_median_to_be_between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expect_column_min_to_be_between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expect_column_max_to_be_between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expect_column_stdev_to_be_between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868680"/>
            <a:ext cx="278892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08776" y="868680"/>
            <a:ext cx="2788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005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la table entière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141732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expect_table_row_count_to_be_between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expect_table_column_count_to_equal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expect_table_columns_to_match_ordered_list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40480"/>
            <a:ext cx="8503920" cy="1051560"/>
          </a:xfrm>
          <a:prstGeom prst="rect">
            <a:avLst/>
          </a:prstGeom>
          <a:solidFill>
            <a:srgbClr val="FFF8E1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136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paramètre mostly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51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mostly=0.95  →  au moins 95 % des valeurs doivent respecter la contrainte. Reconnaît l'imperfection des données réelles et évite les faux positifs permanents (alert fatigue).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2, 3, 4 — Suite, Checkpoint, Data Docs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05156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Expectation Suite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d'expectations par source ou étape : arxiv_raw_suite · arxiv_enriched_suite · hn_raw_suite. Fichier JSON versionné dans Git.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8503920" cy="141732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1031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Checkpoint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 connecte à la 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Exécute chaque expectation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Produit un rapport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Déclenche des actions si échec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487168"/>
            <a:ext cx="2468880" cy="868680"/>
          </a:xfrm>
          <a:prstGeom prst="rect">
            <a:avLst/>
          </a:prstGeom>
          <a:solidFill>
            <a:srgbClr val="1B4D1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54203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: si le checkpoint échoue, la tâche est Failed → le pipeline s'arrête → les données corrompues ne se propagent pas.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611880"/>
            <a:ext cx="8503920" cy="123444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657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Data Docs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04164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HTML auto-générés. Trois informations clés : quels tests existent · les tests passent-ils · depuis quand un test échoue-t-il.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de collaboration : n'importe qui ouvre le HTML et comprend l'état de santé des données sans lire le code.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workflow Great Expectations en 4 étapes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2011680" cy="6217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144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9875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1627632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GX à la source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(CSV, DataFrame Pandas, table SQL, Elasticsearch via export...)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50008" y="2176272"/>
            <a:ext cx="12801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896112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896112"/>
            <a:ext cx="2011680" cy="62179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9144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136392" y="9875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1627632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expectations (déclarativement)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manuelle ou assistée par le Data Assistant (profiling)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2176272"/>
            <a:ext cx="12801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2584" y="896112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896112"/>
            <a:ext cx="2011680" cy="621792"/>
          </a:xfrm>
          <a:prstGeom prst="rect">
            <a:avLst/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9144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312664" y="9875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82312" y="1627632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 le Checkpoint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expectation est vérifiée — résultat success/failure par ligne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02552" y="2176272"/>
            <a:ext cx="128016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48856" y="896112"/>
            <a:ext cx="20116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896112"/>
            <a:ext cx="2011680" cy="62179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48856" y="91440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88936" y="9875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58584" y="1627632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Data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dans Airflow (stop si échec) · alerter si nécessaire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supportées : CSV/JSON · DataFrame Pandas/Polars · PostgreSQL · Spark · (Elasticsearch via export Pandas)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de validation — Brut vs Transformé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397764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41148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l'entrée — données brutes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vérifie la FORME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existe et est non-vide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champs attendus sont présents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sont cohérents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lignes est dans l'intervalle attendu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identifiants sont uniques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défensifs : on ne fait pas confiance à la source.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868680"/>
            <a:ext cx="4142232" cy="397764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868680"/>
            <a:ext cx="4142232" cy="1097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005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transformation — données enrichies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18888" y="1444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vérifie le FOND 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18888" y="17830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calculées sont dans des plages réalistes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distributions sont cohérentes avec l'historique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jointures ont produit le bon nombre de lignes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enrichissements NLP ont fonctionné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croisements HN / ArXiv sont cohérents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sémantiques : on vérifie que le pipeline a bien fait son travail.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paramètre mostly — tolérer l'imperfection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Exiger 100 % de conformité → faux positifs permanents → alert fatigue → les vrais problèmes passent inaperçus.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18288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90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 – 1.0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1490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critiques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181965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Identifiants, clés de jointure. Un seul manquant peut casser le pipeline.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40280"/>
            <a:ext cx="182880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13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– 0.99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2313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importants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264261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Dates, catégories. Quelques anomalies acceptables.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63240"/>
            <a:ext cx="18288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363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 – 0.95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48840" y="3136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optionnels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48840" y="346557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Affiliations des auteurs, DOI. On sait que la source est incomplète.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86200"/>
            <a:ext cx="182880" cy="7132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9593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48840" y="39593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Rarement utile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48840" y="428853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20 % de valeurs invalides → problème structurel à traiter autrement.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70001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validator.expect_column_values_to_not_be_null("abstract", mostly=0.99)  # Critique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validator.expect_column_values_to_be_between("date_published", min_value="1991-01-01", mostly=0.95)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profiling comme point de départ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jeu de données inconnu, écrire des expectations à la main est fastidieux.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8503920" cy="118872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441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Assistant — profiling automatique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analyse chaque colonne (type, distribution, valeurs distinctes, nulls…) et génère un premier jeu d'expectations.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606040"/>
            <a:ext cx="8503920" cy="65836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context.assistants.onboarding.run(batch_request=batch_request)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suite = result.get_expectation_suite()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410712"/>
            <a:ext cx="8503920" cy="4572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410712"/>
            <a:ext cx="43891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45643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5021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les données avec le Data Assistant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941064"/>
            <a:ext cx="8503920" cy="4572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941064"/>
            <a:ext cx="438912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9867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03250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Éditer manuellement : ajuster les seuils, supprimer les expectations non pertinentes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471416"/>
            <a:ext cx="8503920" cy="4572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471416"/>
            <a:ext cx="438912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51713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5628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les règles métier que le profiler ne peut pas deviner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dans le pipeline DataOps — Airflow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3258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3258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64208" y="1243584"/>
            <a:ext cx="914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4792" y="960120"/>
            <a:ext cx="1325880" cy="566928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64792" y="960120"/>
            <a:ext cx="132588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10512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validate_raw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1243584"/>
            <a:ext cx="914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960120"/>
            <a:ext cx="13258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9544" y="960120"/>
            <a:ext cx="13258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53712" y="1243584"/>
            <a:ext cx="914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4296" y="960120"/>
            <a:ext cx="13258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54296" y="960120"/>
            <a:ext cx="13258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98464" y="1243584"/>
            <a:ext cx="914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9048" y="960120"/>
            <a:ext cx="1325880" cy="566928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99048" y="960120"/>
            <a:ext cx="132588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44768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validate_enriched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43216" y="1243584"/>
            <a:ext cx="914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960120"/>
            <a:ext cx="13258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43800" y="960120"/>
            <a:ext cx="132588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109728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162763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validate_raw échoue → ingest ne s'exécute pas. Si validate_enriched échoue → serve ne s'exécute pas.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084832"/>
            <a:ext cx="8503920" cy="658368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21305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download_arxiv &gt;&gt; validate_raw &gt;&gt; ingest_logstash &gt;&gt; transform_dbt &gt;&gt; enrich_python &gt;&gt; validate_enriched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2880360"/>
            <a:ext cx="85039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2880360"/>
            <a:ext cx="850392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3401568"/>
            <a:ext cx="8229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concept de data contract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un accord entre producteur et consommateur de données.
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SciPulse :
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producteur (dump ArXiv, API HN) doit fournir des données passant la suite raw
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pipeline (Logstash, Python, dbt) doit produire des données passant la suite enriched
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 consommateur (Kibana, search_service) peut supposer que les données respectent le contrat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Docs — Documentation vivante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32588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d'un document Word décrivant le schéma (obsolète en deux semaines), les Data Docs montrent 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Quels tests existent sur chaque colonne   </a:t>
            </a:r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Les résultats de la dernière exécution (% de conformité)   </a:t>
            </a:r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Les valeurs attendues (plages, ensembles, patterns)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8503920" cy="141732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collaboration puissant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8229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 analyst qui découvre un jeu de données peut ouvrir les Data Docs et comprendre immédiatement les contraintes de qualité, sans lire le code du pipeline.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documentation se met à jour automatiquement à chaque exécution du checkpoint.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913632"/>
            <a:ext cx="8503920" cy="868680"/>
          </a:xfrm>
          <a:prstGeom prst="rect">
            <a:avLst/>
          </a:prstGeom>
          <a:solidFill>
            <a:srgbClr val="1B3A1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9593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statique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4041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959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Docs (vivants)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Confluence → se périme dès le premier commit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auto-généré → toujours à jour, toujours exact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E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pièges courants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50292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0332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Sur-testing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d'expectations = faux positifs + maintenance coûteuse + bruit. Règle : tester uniquement ce qui casserait le pipeline en aval si c'était faux.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abstract de 49 caractères au lieu de 50 : pas critique. Un arxiv_id null : toute la chaîne d'indexation casse.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8503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31720"/>
            <a:ext cx="502920" cy="12618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4048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des seuils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78892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évoluent. Un seuil mostly=0.99 calibré en janvier peut devenir trop strict en mars si la source a changé de format.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Révision régulière des seuils nécessaire — les Data Docs facilitent ce suivi en montrant les tendances.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703320"/>
            <a:ext cx="850392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703320"/>
            <a:ext cx="502920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764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validation n'est pas la correction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4160520"/>
            <a:ext cx="7680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détecte les problèmes, il ne les corrige pas. Si un checkpoint échoue, un processus est nécessaire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Diagnostiquer (source ? transformation ?) → 2. Corriger → 3. Relancer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doit prévoir un chemin de correction.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Pratiques — SciPulse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566928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50292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875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005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de Great Expectations et configuration du contexte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54480"/>
            <a:ext cx="8503920" cy="566928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54480"/>
            <a:ext cx="50292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45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166420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 la suite ArXiv : complétude, validité, unicité sur les données brutes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8503920" cy="566928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12848"/>
            <a:ext cx="50292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04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32257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 la suite HN : validations adaptées à la structure des items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871216"/>
            <a:ext cx="8503920" cy="566928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71216"/>
            <a:ext cx="50292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9626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98094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des checkpoints et consultation des Data Docs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529584"/>
            <a:ext cx="8503920" cy="566928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29584"/>
            <a:ext cx="50292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6210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36393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nettoyage Pandas guidé par les résultats : déduplication, normalisation des auteurs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4187952"/>
            <a:ext cx="8503920" cy="566928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87952"/>
            <a:ext cx="502920" cy="5669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27939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42976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Re-validation après nettoyage pour vérifier l'amélioration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retenir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time to detection détermine le coût de correction — le shift-left est la réponse DataOps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20624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70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10515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dimensions de qualité : Complétude, Validité, Unicité, Cohérence, Fraîcheur, Exactitude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12848"/>
            <a:ext cx="420624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12848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235000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= 4 concepts : Expectation · Suite · Checkpoint · Data Docs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12848"/>
            <a:ext cx="420624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12848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49240" y="235000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— calibrer les seuils selon la criticité, pas exiger 100 % (alert fatigue)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511296"/>
            <a:ext cx="420624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11296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64845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Airflow : les checkpoints sont des barrages — zéro propagation de données corrompues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511296"/>
            <a:ext cx="4206240" cy="1143000"/>
          </a:xfrm>
          <a:prstGeom prst="rect">
            <a:avLst/>
          </a:prstGeom>
          <a:solidFill>
            <a:srgbClr val="2C3E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511296"/>
            <a:ext cx="502920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3648456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Data Docs = documentation vivante et automatique, pilier de la collaboration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— greatexpectations.io/docs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Qualité des données &amp; Great Expectations</dc:title>
  <dc:subject>PptxGenJS Presentation</dc:subject>
  <dc:creator>PptxGenJS</dc:creator>
  <cp:lastModifiedBy>PptxGenJS</cp:lastModifiedBy>
  <cp:revision>1</cp:revision>
  <dcterms:created xsi:type="dcterms:W3CDTF">2026-04-04T17:37:36Z</dcterms:created>
  <dcterms:modified xsi:type="dcterms:W3CDTF">2026-04-04T17:37:36Z</dcterms:modified>
</cp:coreProperties>
</file>